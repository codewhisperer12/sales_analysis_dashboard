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KPI &amp; Metrics Explanation</a:t>
            </a:r>
          </a:p>
          <a:p>
            <a:r>
              <a:t>Power BI Dashboard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Total Sales:</a:t>
            </a:r>
          </a:p>
          <a:p>
            <a:r>
              <a:t>- Definition: Total revenue generated</a:t>
            </a:r>
          </a:p>
          <a:p>
            <a:r>
              <a:t>- Formula: SUM(Sales)</a:t>
            </a:r>
          </a:p>
          <a:p/>
          <a:p>
            <a:r>
              <a:t>2. Total Profit:</a:t>
            </a:r>
          </a:p>
          <a:p>
            <a:r>
              <a:t>- Definition: Net profit after costs</a:t>
            </a:r>
          </a:p>
          <a:p>
            <a:r>
              <a:t>- Formula: SUM(Profit)</a:t>
            </a:r>
          </a:p>
          <a:p/>
          <a:p>
            <a:r>
              <a:t>3. Customer Count:</a:t>
            </a:r>
          </a:p>
          <a:p>
            <a:r>
              <a:t>- Definition: Unique customers</a:t>
            </a:r>
          </a:p>
          <a:p>
            <a:r>
              <a:t>- Formula: DISTINCTCOUNT(Customer Name)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Used 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by Category</a:t>
            </a:r>
          </a:p>
          <a:p>
            <a:r>
              <a:t>• Sales by State (Map)</a:t>
            </a:r>
          </a:p>
          <a:p>
            <a:r>
              <a:t>• Sales by Month</a:t>
            </a:r>
          </a:p>
          <a:p>
            <a:r>
              <a:t>• Profit by Year</a:t>
            </a:r>
          </a:p>
          <a:p>
            <a:r>
              <a:t>• Customer Rows by Year</a:t>
            </a:r>
          </a:p>
          <a:p>
            <a:r>
              <a:t>• Product Sales by Category</a:t>
            </a:r>
          </a:p>
          <a:p/>
          <a:p>
            <a:r>
              <a:t>All metrics are dynamic and filter-driven using slicers.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 &amp; Slicers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Category Filter</a:t>
            </a:r>
          </a:p>
          <a:p>
            <a:r>
              <a:t>• Year Filter</a:t>
            </a:r>
          </a:p>
          <a:p>
            <a:r>
              <a:t>• Month Filter</a:t>
            </a:r>
          </a:p>
          <a:p/>
          <a:p>
            <a:r>
              <a:t>These filters allow interactive analysis and dynamic KPI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mage_2026-02-19_18-03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939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